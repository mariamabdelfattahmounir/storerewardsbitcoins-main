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Store Rewards &amp; 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2000" dirty="0">
                <a:solidFill>
                  <a:srgbClr val="FFFFFF"/>
                </a:solidFill>
              </a:rPr>
              <a:t>Blockchain Reward System</a:t>
            </a:r>
          </a:p>
          <a:p>
            <a:endParaRPr sz="2000" dirty="0">
              <a:solidFill>
                <a:srgbClr val="FFFFFF"/>
              </a:solidFill>
            </a:endParaRPr>
          </a:p>
          <a:p>
            <a:r>
              <a:rPr sz="2000" dirty="0">
                <a:solidFill>
                  <a:srgbClr val="FFFFFF"/>
                </a:solidFill>
              </a:rPr>
              <a:t>Team:</a:t>
            </a:r>
          </a:p>
          <a:p>
            <a:r>
              <a:rPr sz="2000" dirty="0">
                <a:solidFill>
                  <a:srgbClr val="FFFFFF"/>
                </a:solidFill>
              </a:rPr>
              <a:t>Ahmed Tarek</a:t>
            </a:r>
          </a:p>
          <a:p>
            <a:r>
              <a:rPr sz="2000" dirty="0">
                <a:solidFill>
                  <a:srgbClr val="FFFFFF"/>
                </a:solidFill>
              </a:rPr>
              <a:t>Nada Walied</a:t>
            </a:r>
          </a:p>
          <a:p>
            <a:r>
              <a:rPr sz="2000" dirty="0">
                <a:solidFill>
                  <a:srgbClr val="FFFFFF"/>
                </a:solidFill>
              </a:rPr>
              <a:t>Mariam Abdelfattah</a:t>
            </a:r>
          </a:p>
          <a:p>
            <a:r>
              <a:rPr sz="2000" dirty="0">
                <a:solidFill>
                  <a:srgbClr val="FFFFFF"/>
                </a:solidFill>
              </a:rPr>
              <a:t>Salma Salah</a:t>
            </a:r>
          </a:p>
          <a:p>
            <a:r>
              <a:rPr lang="en-US" sz="2000">
                <a:solidFill>
                  <a:srgbClr val="FFFFFF"/>
                </a:solidFill>
              </a:rPr>
              <a:t>Marina Shenouda 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• Blockchain-based reward system</a:t>
            </a:r>
          </a:p>
          <a:p>
            <a:r>
              <a:rPr sz="2000">
                <a:solidFill>
                  <a:srgbClr val="FFFFFF"/>
                </a:solidFill>
              </a:rPr>
              <a:t>• Users earn RPC coins</a:t>
            </a:r>
          </a:p>
          <a:p>
            <a:r>
              <a:rPr sz="2000">
                <a:solidFill>
                  <a:srgbClr val="FFFFFF"/>
                </a:solidFill>
              </a:rPr>
              <a:t>• Redeem coins for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• Smart Contract (Solidity)</a:t>
            </a:r>
          </a:p>
          <a:p>
            <a:r>
              <a:rPr sz="2000">
                <a:solidFill>
                  <a:srgbClr val="FFFFFF"/>
                </a:solidFill>
              </a:rPr>
              <a:t>• Web3 Backend</a:t>
            </a:r>
          </a:p>
          <a:p>
            <a:r>
              <a:rPr sz="2000">
                <a:solidFill>
                  <a:srgbClr val="FFFFFF"/>
                </a:solidFill>
              </a:rPr>
              <a:t>• CLI &amp; GUI</a:t>
            </a:r>
          </a:p>
          <a:p>
            <a:r>
              <a:rPr sz="2000">
                <a:solidFill>
                  <a:srgbClr val="FFFFFF"/>
                </a:solidFill>
              </a:rPr>
              <a:t>• Data Analysis &amp;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• Custom coin (RPC)</a:t>
            </a:r>
          </a:p>
          <a:p>
            <a:r>
              <a:rPr sz="2000">
                <a:solidFill>
                  <a:srgbClr val="FFFFFF"/>
                </a:solidFill>
              </a:rPr>
              <a:t>• Admin control</a:t>
            </a:r>
          </a:p>
          <a:p>
            <a:r>
              <a:rPr sz="2000">
                <a:solidFill>
                  <a:srgbClr val="FFFFFF"/>
                </a:solidFill>
              </a:rPr>
              <a:t>• User purchases</a:t>
            </a:r>
          </a:p>
          <a:p>
            <a:r>
              <a:rPr sz="2000">
                <a:solidFill>
                  <a:srgbClr val="FFFFFF"/>
                </a:solidFill>
              </a:rPr>
              <a:t>• Activity tracking</a:t>
            </a:r>
          </a:p>
          <a:p>
            <a:r>
              <a:rPr sz="2000">
                <a:solidFill>
                  <a:srgbClr val="FFFFFF"/>
                </a:solidFill>
              </a:rPr>
              <a:t>•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GUI - User Interface</a:t>
            </a:r>
          </a:p>
        </p:txBody>
      </p:sp>
      <p:pic>
        <p:nvPicPr>
          <p:cNvPr id="3" name="Picture 2" descr="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08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GUI - Purchase Flow</a:t>
            </a:r>
          </a:p>
        </p:txBody>
      </p:sp>
      <p:pic>
        <p:nvPicPr>
          <p:cNvPr id="3" name="Picture 2" descr="pur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000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GUI - Admin Panel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372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Security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• Admin-only actions</a:t>
            </a:r>
          </a:p>
          <a:p>
            <a:r>
              <a:rPr sz="2000">
                <a:solidFill>
                  <a:srgbClr val="FFFFFF"/>
                </a:solidFill>
              </a:rPr>
              <a:t>• Pause/Resume</a:t>
            </a:r>
          </a:p>
          <a:p>
            <a:r>
              <a:rPr sz="2000">
                <a:solidFill>
                  <a:srgbClr val="FFFFFF"/>
                </a:solidFill>
              </a:rPr>
              <a:t>• Secure &amp; transparent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Store Rewards &amp; Points</vt:lpstr>
      <vt:lpstr>Project Idea</vt:lpstr>
      <vt:lpstr>System Architecture</vt:lpstr>
      <vt:lpstr>Features</vt:lpstr>
      <vt:lpstr>GUI - User Interface</vt:lpstr>
      <vt:lpstr>GUI - Purchase Flow</vt:lpstr>
      <vt:lpstr>GUI - Admin Panel</vt:lpstr>
      <vt:lpstr>Security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salma salah</cp:lastModifiedBy>
  <cp:revision>2</cp:revision>
  <dcterms:created xsi:type="dcterms:W3CDTF">2013-01-27T09:14:16Z</dcterms:created>
  <dcterms:modified xsi:type="dcterms:W3CDTF">2026-05-04T15:16:49Z</dcterms:modified>
  <cp:category/>
</cp:coreProperties>
</file>